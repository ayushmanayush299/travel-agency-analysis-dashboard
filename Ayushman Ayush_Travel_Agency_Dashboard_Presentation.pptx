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1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309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3361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323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594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3671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5180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8495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978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57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22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21285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9272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8910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6879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187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0597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320519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Travel Agency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664029"/>
          </a:xfrm>
        </p:spPr>
        <p:txBody>
          <a:bodyPr/>
          <a:lstStyle/>
          <a:p>
            <a:r>
              <a:rPr dirty="0"/>
              <a:t>Power BI Project Presentation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4052510D-A2C1-5F12-C7AE-BBD8D4926F0F}"/>
              </a:ext>
            </a:extLst>
          </p:cNvPr>
          <p:cNvSpPr txBox="1">
            <a:spLocks/>
          </p:cNvSpPr>
          <p:nvPr/>
        </p:nvSpPr>
        <p:spPr>
          <a:xfrm>
            <a:off x="3635828" y="5403622"/>
            <a:ext cx="5508172" cy="975407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br>
              <a:rPr lang="en-US" dirty="0"/>
            </a:br>
            <a:r>
              <a:rPr lang="en-US" dirty="0"/>
              <a:t>                  AYUSHMAN AYUSH</a:t>
            </a:r>
            <a:br>
              <a:rPr lang="en-US" dirty="0"/>
            </a:br>
            <a:r>
              <a:rPr lang="en-US" dirty="0"/>
              <a:t>                                        ayushmanayush899@gmail.com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dashboard helps a travel agency understand:</a:t>
            </a:r>
          </a:p>
          <a:p>
            <a:r>
              <a:t>- Customer travel behavior</a:t>
            </a:r>
          </a:p>
          <a:p>
            <a:r>
              <a:t>- Popular destinations</a:t>
            </a:r>
          </a:p>
          <a:p>
            <a:r>
              <a:t>- Revenue trends</a:t>
            </a:r>
          </a:p>
          <a:p>
            <a:r>
              <a:t>- Age group preferences</a:t>
            </a:r>
          </a:p>
          <a:p>
            <a:r>
              <a:t>The goal is to support business decisions and improve marketing strategies.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The dataset contains 50 customer records with:</a:t>
            </a:r>
          </a:p>
          <a:p>
            <a:r>
              <a:t>- Customer ID</a:t>
            </a:r>
          </a:p>
          <a:p>
            <a:r>
              <a:t>- Age and Age Group</a:t>
            </a:r>
          </a:p>
          <a:p>
            <a:r>
              <a:t>- Destination</a:t>
            </a:r>
          </a:p>
          <a:p>
            <a:r>
              <a:t>- Booking Date</a:t>
            </a:r>
          </a:p>
          <a:p>
            <a:r>
              <a:t>- Travel Type</a:t>
            </a:r>
          </a:p>
          <a:p>
            <a:r>
              <a:t>- Revenue</a:t>
            </a:r>
          </a:p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Total Customers</a:t>
            </a:r>
          </a:p>
          <a:p>
            <a:r>
              <a:t>- Total Bookings</a:t>
            </a:r>
          </a:p>
          <a:p>
            <a:r>
              <a:t>- Total Revenue</a:t>
            </a:r>
          </a:p>
          <a:p>
            <a:r>
              <a:t>- Average Trip Cost</a:t>
            </a:r>
          </a:p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Visuals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Age Group vs Destination</a:t>
            </a:r>
          </a:p>
          <a:p>
            <a:r>
              <a:t>- Revenue by Destination</a:t>
            </a:r>
          </a:p>
          <a:p>
            <a:r>
              <a:t>- Monthly Booking Trend</a:t>
            </a:r>
          </a:p>
          <a:p>
            <a:r>
              <a:t>- Travel Type Distribution</a:t>
            </a:r>
          </a:p>
          <a:p>
            <a:r>
              <a:t>- Popular Destinations</a:t>
            </a:r>
          </a:p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04598D-487E-FEEE-2D52-BDB313976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645C98-D6E1-6C54-F546-3D873A17E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78486" cy="628876"/>
          </a:xfrm>
        </p:spPr>
        <p:txBody>
          <a:bodyPr>
            <a:normAutofit/>
          </a:bodyPr>
          <a:lstStyle/>
          <a:p>
            <a:r>
              <a:rPr dirty="0"/>
              <a:t>Dashboard </a:t>
            </a:r>
            <a:r>
              <a:rPr lang="en-US" dirty="0"/>
              <a:t>Screenshot</a:t>
            </a:r>
            <a:endParaRPr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BD21D9-2001-4B78-DE49-BF6189AC55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7715" y="903514"/>
            <a:ext cx="8708570" cy="5679848"/>
          </a:xfrm>
        </p:spPr>
      </p:pic>
    </p:spTree>
    <p:extLst>
      <p:ext uri="{BB962C8B-B14F-4D97-AF65-F5344CB8AC3E}">
        <p14:creationId xmlns:p14="http://schemas.microsoft.com/office/powerpoint/2010/main" val="256909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Younger customers prefer beach locations.</a:t>
            </a:r>
          </a:p>
          <a:p>
            <a:r>
              <a:t>- Families prefer international trips.</a:t>
            </a:r>
          </a:p>
          <a:p>
            <a:r>
              <a:t>- International travel generates higher revenue.</a:t>
            </a:r>
          </a:p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Helps in targeted marketing</a:t>
            </a:r>
          </a:p>
          <a:p>
            <a:r>
              <a:t>- Identifies high-value customers</a:t>
            </a:r>
          </a:p>
          <a:p>
            <a:r>
              <a:t>- Improves decision-making</a:t>
            </a:r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dashboard provides insights into customer behavior, travel trends, and revenue to help the company grow.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22</TotalTime>
  <Words>178</Words>
  <Application>Microsoft Office PowerPoint</Application>
  <PresentationFormat>On-screen Show (4:3)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Bookman Old Style</vt:lpstr>
      <vt:lpstr>Rockwell</vt:lpstr>
      <vt:lpstr>Damask</vt:lpstr>
      <vt:lpstr>Travel Agency Dashboard</vt:lpstr>
      <vt:lpstr>Project Overview</vt:lpstr>
      <vt:lpstr>Dataset Information</vt:lpstr>
      <vt:lpstr>Key Performance Indicators</vt:lpstr>
      <vt:lpstr>Dashboard Visuals</vt:lpstr>
      <vt:lpstr>Dashboard Screenshot</vt:lpstr>
      <vt:lpstr>Key Insights</vt:lpstr>
      <vt:lpstr>Business Benefits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ayushman ayush</cp:lastModifiedBy>
  <cp:revision>4</cp:revision>
  <dcterms:created xsi:type="dcterms:W3CDTF">2013-01-27T09:14:16Z</dcterms:created>
  <dcterms:modified xsi:type="dcterms:W3CDTF">2026-02-17T06:33:38Z</dcterms:modified>
  <cp:category/>
</cp:coreProperties>
</file>